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LLM Router Agent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Интеллектуальный маршрутизатор между пользователем, моделями и агентами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Автоматический выбор cheap / strong / agent маршрута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Баланс цены, качества, приватности и latency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Проект для AI-first продуктов и корпоративных сценариев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Почему это нужно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Простые запросы часто идут в слишком дорогие модели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Сложные запросы могут попадать в слабые модели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Команды вынуждены вручную поддерживать routing-логику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Стоимость и сложность эксплуатации растут вместе с трафиком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Где компании теряют деньги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20–50% лишних расходов на inference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Нет единой политики выбора модели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Vendor lock-in и слабый fallback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Проблемы с приватностью и контролем данных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Что делает LLM Router Agent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Анализирует тип и сложность запроса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Выбирает cheap / strong / agent маршрут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Поддерживает API-модели, OpenRouter и локальные модели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Позволяет централизованно управлять routing policy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Логика маршрутизации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1. Получаем запрос пользователя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2. Определяем тип, сложность и чувствительность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3. Выбираем оптимальный маршрут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4. Возвращаем ответ и логируем решение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Архитектура MVP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3754219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>
              <a:buFontTx/>
              <a:buChar char="•"/>
            </a:pPr>
            <a:r>
              <a:rPr lang="ru-RU" sz="2200" dirty="0">
                <a:solidFill>
                  <a:srgbClr val="F8FAFC"/>
                </a:solidFill>
                <a:latin typeface="Aptos"/>
              </a:rPr>
              <a:t>Слой маршрутизации</a:t>
            </a:r>
          </a:p>
          <a:p>
            <a:pPr marL="342900" indent="-171450">
              <a:buFontTx/>
              <a:buChar char="•"/>
            </a:pPr>
            <a:r>
              <a:rPr lang="ru-RU" sz="2200" dirty="0">
                <a:solidFill>
                  <a:srgbClr val="F8FAFC"/>
                </a:solidFill>
                <a:latin typeface="Aptos"/>
              </a:rPr>
              <a:t>Абстракция над провайдерами</a:t>
            </a:r>
          </a:p>
          <a:p>
            <a:pPr marL="342900" indent="-171450">
              <a:buFontTx/>
              <a:buChar char="•"/>
            </a:pPr>
            <a:r>
              <a:rPr lang="ru-RU" sz="2200" dirty="0">
                <a:solidFill>
                  <a:srgbClr val="F8FAFC"/>
                </a:solidFill>
                <a:latin typeface="Aptos"/>
              </a:rPr>
              <a:t>Маршрутизация на основе правил и LLM</a:t>
            </a:r>
          </a:p>
          <a:p>
            <a:pPr marL="342900" indent="-171450">
              <a:buFontTx/>
              <a:buChar char="•"/>
            </a:pPr>
            <a:r>
              <a:rPr lang="ru-RU" sz="2200" dirty="0">
                <a:solidFill>
                  <a:srgbClr val="F8FAFC"/>
                </a:solidFill>
                <a:latin typeface="Aptos"/>
              </a:rPr>
              <a:t>Резервные сценарии, наблюдаемость и контроль затрат</a:t>
            </a:r>
          </a:p>
          <a:p>
            <a:pPr marL="171450"/>
            <a:endParaRPr lang="ru-RU" sz="2200" dirty="0">
              <a:solidFill>
                <a:srgbClr val="F8FAFC"/>
              </a:solidFill>
              <a:latin typeface="Aptos"/>
            </a:endParaRPr>
          </a:p>
          <a:p>
            <a:pPr marL="171450"/>
            <a:endParaRPr lang="ru-RU" sz="2200" dirty="0">
              <a:solidFill>
                <a:srgbClr val="F8FAFC"/>
              </a:solidFill>
              <a:latin typeface="Aptos"/>
            </a:endParaRPr>
          </a:p>
          <a:p>
            <a:pPr marL="171450"/>
            <a:endParaRPr lang="ru-RU" sz="2200" dirty="0">
              <a:solidFill>
                <a:srgbClr val="F8FAFC"/>
              </a:solidFill>
              <a:latin typeface="Aptos"/>
            </a:endParaRPr>
          </a:p>
          <a:p>
            <a:pPr marL="171450"/>
            <a:endParaRPr lang="ru-RU" sz="220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Роль LLM в проекте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LLM как исполнитель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LLM как роутер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LLM как reasoning-слой в сложных сценариях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Эвристики и правила поверх модели для устойчивости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Пользовательский сценарий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Пользователь задаёт вопрос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Router определяет, простой он или сложный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Для простого запроса идёт cheap route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Для сложного — strong model или agent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F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Что уже умеет MVP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Есть прототип / MVP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Есть логика маршрутизации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Есть сценарии cheap / strong / agent routing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Есть основа для оценки качества и стоимости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Почему это выгодно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Главная ценность — снижение средней стоимости запроса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Роутер может экономить 25–40% inference-бюджета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Дешёвые запросы не должны попадать в дорогие модели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Локальные модели полезны для privacy / cost-sensitive сценариев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 dirty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Сколько стоит сделать и эксплуатировать</a:t>
            </a:r>
            <a:br>
              <a:rPr lang="ru-RU" sz="3200" dirty="0"/>
            </a:br>
            <a:r>
              <a:rPr lang="ru-RU" i="1" dirty="0">
                <a:solidFill>
                  <a:schemeClr val="bg1"/>
                </a:solidFill>
              </a:rPr>
              <a:t>Для MVP / пилота при нагрузке ~50 000–150 000 запросов в месяц</a:t>
            </a:r>
            <a:endParaRPr lang="ru-RU" sz="3000" dirty="0">
              <a:solidFill>
                <a:schemeClr val="bg1"/>
              </a:solidFill>
            </a:endParaRPr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2630507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>
              <a:buFontTx/>
              <a:buChar char="•"/>
            </a:pPr>
            <a:r>
              <a:rPr lang="ru-RU" sz="2200" b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Разработка / настройка: </a:t>
            </a:r>
            <a:r>
              <a:rPr lang="ru-RU" sz="2200" dirty="0">
                <a:solidFill>
                  <a:srgbClr val="F8FAFC"/>
                </a:solidFill>
                <a:latin typeface="Aptos"/>
              </a:rPr>
              <a:t>$4 000–$8 000 разово</a:t>
            </a:r>
          </a:p>
          <a:p>
            <a:pPr marL="342900" indent="-171450">
              <a:buFontTx/>
              <a:buChar char="•"/>
            </a:pPr>
            <a:r>
              <a:rPr lang="ru-RU" sz="2200" dirty="0">
                <a:solidFill>
                  <a:srgbClr val="F8FAFC"/>
                </a:solidFill>
                <a:latin typeface="Aptos"/>
              </a:rPr>
              <a:t>Инфраструктура и API: $250–$900 в месяц</a:t>
            </a:r>
          </a:p>
          <a:p>
            <a:pPr marL="342900" indent="-171450">
              <a:buFontTx/>
              <a:buChar char="•"/>
            </a:pPr>
            <a:r>
              <a:rPr lang="ru-RU" sz="2200" dirty="0">
                <a:solidFill>
                  <a:srgbClr val="F8FAFC"/>
                </a:solidFill>
                <a:latin typeface="Aptos"/>
              </a:rPr>
              <a:t>Поддержка: – $300–$1 000 в месяц</a:t>
            </a:r>
          </a:p>
          <a:p>
            <a:pPr marL="342900" indent="-171450">
              <a:buFontTx/>
              <a:buChar char="•"/>
            </a:pPr>
            <a:r>
              <a:rPr lang="ru-RU" sz="2200" dirty="0">
                <a:solidFill>
                  <a:srgbClr val="F8FAFC"/>
                </a:solidFill>
                <a:latin typeface="Aptos"/>
              </a:rPr>
              <a:t>Локальный GPU-контур: +$150–$250 в месяц при неполной загрузке или $600–$1 000+ в месяц при постоянной работе</a:t>
            </a:r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API-only, hybrid, local-first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API-only: быстрый запуск и низкая сложность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Hybrid: лучший баланс цены, качества и гибкости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Local-first: сильнее приватность и контроль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Лучший сценарий для проекта — hybrid routing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Какой экономический эффект даёт проект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При хорошем трафике окупаемость возможна за 4–9 месяцев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Основной эффект: уменьшение стоимости inference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Дополнительный эффект: меньше ручной поддержки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Проект полезен и как внутренний инструмент, и как B2B продукт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Риски и roadmap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Риск неверной маршрутизации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Риск роста сложности инфраструктуры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Дальше: RAG, reranker, trainable router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Дальше: evaluation pipeline и multi-agent сценарии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ru-RU"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Итог</a:t>
            </a:r>
            <a:endParaRPr lang="ru-RU" sz="3000"/>
          </a:p>
        </p:txBody>
      </p:sp>
      <p:sp>
        <p:nvSpPr>
          <p:cNvPr id="3" name="Body"/>
          <p:cNvSpPr txBox="1"/>
          <p:nvPr/>
        </p:nvSpPr>
        <p:spPr>
          <a:xfrm>
            <a:off x="685800" y="1463040"/>
            <a:ext cx="7772400" cy="4206240"/>
          </a:xfrm>
          <a:prstGeom prst="round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228600" tIns="171450" rIns="228600" bIns="171450" rtlCol="0">
            <a:spAutoFit/>
          </a:bodyPr>
          <a:lstStyle/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LLM Router Agent — это слой управления LLM-инфраструктурой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Он снижает стоимость и повышает управляемость AI-систем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Самый сильный сценарий — hybrid routing между API, OpenRouter и local models</a:t>
            </a:r>
            <a:endParaRPr lang="ru-RU" sz="2200"/>
          </a:p>
          <a:p>
            <a:pPr marL="342900" indent="-171450" algn="l">
              <a:buChar char="•"/>
            </a:pPr>
            <a:r>
              <a:rPr lang="ru-RU" sz="2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Следующий шаг — пилот и измерение реальной экономии</a:t>
            </a:r>
            <a:endParaRPr lang="ru-RU" sz="2200"/>
          </a:p>
        </p:txBody>
      </p:sp>
      <p:sp>
        <p:nvSpPr>
          <p:cNvPr id="4" name="Accent Bar"/>
          <p:cNvSpPr/>
          <p:nvPr/>
        </p:nvSpPr>
        <p:spPr>
          <a:xfrm>
            <a:off x="457200" y="114300"/>
            <a:ext cx="18288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Широкоэкранный</PresentationFormat>
  <Paragraphs>77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Aptos</vt:lpstr>
      <vt:lpstr>Aptos Display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Router Agent Defense Presentation</dc:title>
  <dc:creator>OpenAI Codex</dc:creator>
  <cp:lastModifiedBy>Oleg Leksin</cp:lastModifiedBy>
  <cp:revision>1</cp:revision>
  <dcterms:created xsi:type="dcterms:W3CDTF">2026-03-22T12:00:00Z</dcterms:created>
  <dcterms:modified xsi:type="dcterms:W3CDTF">2026-03-22T16:37:14Z</dcterms:modified>
</cp:coreProperties>
</file>